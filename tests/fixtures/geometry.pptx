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Recognizing geometric shapes</a:t>
            </a:r>
          </a:p>
        </p:txBody>
      </p:sp>
      <p:pic>
        <p:nvPicPr>
          <p:cNvPr id="3" name="Picture 2" descr="trian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914400"/>
            <a:ext cx="5486400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0"/>
            <a:ext cx="8229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triangle has three sides and three vertices. A square has four equal sides and four right angles. A circle has no straight sides or vertices. A regular pentagon has five equal sides. The unlabeled diagram above shows a triangle.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